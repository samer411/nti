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C928-1D07-4DFF-97BF-36219B8B0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C0244-A2A5-4FF7-9A44-82B38BDB8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7AD65-3531-4FFF-A432-D1736F03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B04E0-AAE5-4C6B-9756-91E5542C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3E20B-C34E-4F13-A5ED-5641404D1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46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C1DD-6985-4CD4-970C-4B8361C5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0FBD4-5F2C-438D-A38C-25F337C5E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75814-E8EB-4F2C-8F38-7674DF4D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BCD7D-4B81-4C19-8BEA-B5FDBA78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65119-FD48-49BE-B925-2C23DB16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1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717B-DDF7-43CB-81AE-384D1A0AD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5C5D0-517A-414A-B705-6BCB8E303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74602-0C05-4613-93CB-DD8765AB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CDC7B-84E3-49AC-8B83-373840BB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59ECD-4E06-402A-AB0A-FC99F9B1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9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20B2-CC89-4D4A-BADB-CA3D5744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64643-3B04-47AE-956C-EE002DF8F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590E6-A993-4EBC-97D4-8F9C7E599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141F4-8899-413A-A518-D23884C0D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0A4BC-5125-4219-A775-39BE7770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C7285-F94C-4DFF-9DED-DC939B14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37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6D9A-5775-4F67-AA8A-6F4DAD12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2187B-97F5-411F-AE9D-892E5F6EE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51B47-4857-40FC-803F-7476B1F8E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A2DB0-3250-47E7-9414-B932A7159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703C5-70C0-4FDF-9007-6B842C610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E9182-8A8F-4706-824D-CA5B2E4A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3E573-969B-455B-9412-C6BFBCFB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DC2D1-DB07-430E-B3E2-C0A832F8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8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CC64-A23B-4642-9761-23A0D939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EC193-2D0F-44C1-8385-1120DC4D5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0EC48-C342-48C9-B791-63302E83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D3DD0-4E4E-4C2A-A683-DB29D296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BDDBC-1AEC-4799-9F1F-DEE97930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F59A5-CF3C-438D-BAFA-EEC32A7B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4B8F0-4C34-4901-9568-2939A403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4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526E-D2C1-4AC8-8943-DB8A1C5F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B14DE-ABCC-4D25-83AA-EEF28B76C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4E77D-7095-46A4-871A-7FBB8C8A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01716-59D2-4E5A-84A0-F60BCE99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6A447-0644-40EF-926A-FF5E8FA8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6B219-8E2A-4EB7-8591-BEFF48DC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2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6A38-5729-45C1-B1DF-22C747DD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450110-57C0-460C-BA19-9C7DF30A1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FBE2C-7C10-42C2-A517-756C289C6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4BD22-9D57-4732-BF47-5B4B99B2B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5B967-2E93-4547-9762-B84233D1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5D484-FA40-4E81-8D44-BD207110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BA9E-6FB4-4086-8B55-E68D05AD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AA821-D2C5-4C1E-AA7C-2A00A9AEB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B49D1-8EF9-49DE-ABD9-DFA63FEC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B196-5F50-48B5-9FAE-698BF355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57CBC-6AA5-4E7C-B629-4032A7F7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737B7-DCC9-4C4D-AFC7-83933CAD5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8B401-B26C-4D9E-BCF7-B636EF7EE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473A8-6867-4D52-BC9E-B7C19917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BA73A-BEDD-41A4-81DF-A8B0049E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25D6B-8677-4134-A8DA-EB1B2801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7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A078D-98A7-46BE-B794-9013E056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625D7-759F-4C2E-BB6F-74EA7DD4E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4002D-092A-46AF-90D3-E50992C04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3BE86-3B16-4AC7-AD55-85244B0BBB7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2C9B8-914C-434A-9ADB-A5C245C4A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5891-6A79-4834-998C-17EBCC1BD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A5DF6-8733-4305-B885-A7CC33470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7182-1739-4522-A020-13F6949BB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0F248-2F78-48F7-B8F7-D89FC61B4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C7BC5-0DF8-43D4-B1E8-16D12C52B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41" y="570997"/>
            <a:ext cx="11027096" cy="533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1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CA4B-34F3-4477-A436-62384418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FEC2AA-3396-4D87-8CF3-66D2C3575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62" y="365125"/>
            <a:ext cx="10661715" cy="5488920"/>
          </a:xfrm>
        </p:spPr>
      </p:pic>
    </p:spTree>
    <p:extLst>
      <p:ext uri="{BB962C8B-B14F-4D97-AF65-F5344CB8AC3E}">
        <p14:creationId xmlns:p14="http://schemas.microsoft.com/office/powerpoint/2010/main" val="262476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B81B-5852-4022-9FC6-3459152F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2B2AF5-82AA-43EE-93EF-66D755CDF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27" y="280283"/>
            <a:ext cx="10878873" cy="5404080"/>
          </a:xfrm>
        </p:spPr>
      </p:pic>
    </p:spTree>
    <p:extLst>
      <p:ext uri="{BB962C8B-B14F-4D97-AF65-F5344CB8AC3E}">
        <p14:creationId xmlns:p14="http://schemas.microsoft.com/office/powerpoint/2010/main" val="30749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34AC-CADD-4D17-905D-488B591E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6AAC1-DA4C-4DAA-8440-C3B2306E1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6000" b="1" dirty="0"/>
              <a:t>Java Script History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03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EECA-4A7D-48C3-AAF3-D40B4EDF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F6DA0D-5297-43E5-8E4B-36BD06290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669" y="365124"/>
            <a:ext cx="10240273" cy="535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4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492A-2319-49ED-887C-B086916A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F7A9B-A94D-4EFD-894E-BFA061B93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64922-87D9-46A8-990B-62EE2DA3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84" y="681036"/>
            <a:ext cx="10378911" cy="532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2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CD8E-526C-48A5-ABCC-EE873F866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F660A-F03A-4182-8848-4298606C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7F335-4703-492B-A07C-53C4B1D3C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03" y="681037"/>
            <a:ext cx="10684497" cy="452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3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E6F9-D0AB-4919-9B63-28F3803F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E5B6C-FE5B-4C39-B480-E104C3061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037656-0C85-4E9B-A10B-AB9FC4BF2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70" y="681037"/>
            <a:ext cx="10309460" cy="453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84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5D7F-4763-4129-855D-77DBA861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E5782-0929-4086-A4A1-D13745D1D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DEEB8-C69F-41B3-8173-C5576C347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7170"/>
            <a:ext cx="10389124" cy="523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03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 Allah Mohamed Elmetwaly Hussien Mostafa</dc:creator>
  <cp:lastModifiedBy>Abd Allah Mohamed Elmetwaly Hussien Mostafa</cp:lastModifiedBy>
  <cp:revision>1</cp:revision>
  <dcterms:created xsi:type="dcterms:W3CDTF">2026-05-03T19:01:11Z</dcterms:created>
  <dcterms:modified xsi:type="dcterms:W3CDTF">2026-05-03T19:08:42Z</dcterms:modified>
</cp:coreProperties>
</file>