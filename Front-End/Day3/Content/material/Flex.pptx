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84" r:id="rId2"/>
    <p:sldId id="27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96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5FAE-47C0-4BC8-935F-45FDBB12D6AD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2674-96B2-4886-8558-ED5FB3F6CE7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1761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5FAE-47C0-4BC8-935F-45FDBB12D6AD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2674-96B2-4886-8558-ED5FB3F6C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830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5FAE-47C0-4BC8-935F-45FDBB12D6AD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2674-96B2-4886-8558-ED5FB3F6CE7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5692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5FAE-47C0-4BC8-935F-45FDBB12D6AD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2674-96B2-4886-8558-ED5FB3F6C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224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5FAE-47C0-4BC8-935F-45FDBB12D6AD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2674-96B2-4886-8558-ED5FB3F6C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700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5FAE-47C0-4BC8-935F-45FDBB12D6AD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2674-96B2-4886-8558-ED5FB3F6C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737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5FAE-47C0-4BC8-935F-45FDBB12D6AD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2674-96B2-4886-8558-ED5FB3F6C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899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0135FAE-47C0-4BC8-935F-45FDBB12D6AD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412674-96B2-4886-8558-ED5FB3F6C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310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5FAE-47C0-4BC8-935F-45FDBB12D6AD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2674-96B2-4886-8558-ED5FB3F6C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497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5FAE-47C0-4BC8-935F-45FDBB12D6AD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2674-96B2-4886-8558-ED5FB3F6C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047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5FAE-47C0-4BC8-935F-45FDBB12D6AD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2674-96B2-4886-8558-ED5FB3F6C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71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0135FAE-47C0-4BC8-935F-45FDBB12D6AD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D412674-96B2-4886-8558-ED5FB3F6CE7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0779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00E14-C790-C637-5060-5D1E9B5FF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RWD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0ED7D-004E-2250-95A3-9F8FDDFEB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Flexbox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Grid system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Media queries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Responsive frameworks ‘bootstrap’</a:t>
            </a:r>
          </a:p>
        </p:txBody>
      </p:sp>
    </p:spTree>
    <p:extLst>
      <p:ext uri="{BB962C8B-B14F-4D97-AF65-F5344CB8AC3E}">
        <p14:creationId xmlns:p14="http://schemas.microsoft.com/office/powerpoint/2010/main" val="398459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272E1-B9ED-4516-A2F6-79E9166CC2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Flexbox</a:t>
            </a:r>
          </a:p>
        </p:txBody>
      </p:sp>
    </p:spTree>
    <p:extLst>
      <p:ext uri="{BB962C8B-B14F-4D97-AF65-F5344CB8AC3E}">
        <p14:creationId xmlns:p14="http://schemas.microsoft.com/office/powerpoint/2010/main" val="2513449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247CC-A4C2-4CFE-B3B0-1C4C08319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56360-8745-4178-815D-A3C9EB562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One dimensional layout model 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Flexible and efficient layouts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Distribute space among items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Control their alignment</a:t>
            </a:r>
          </a:p>
        </p:txBody>
      </p:sp>
    </p:spTree>
    <p:extLst>
      <p:ext uri="{BB962C8B-B14F-4D97-AF65-F5344CB8AC3E}">
        <p14:creationId xmlns:p14="http://schemas.microsoft.com/office/powerpoint/2010/main" val="1291721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89660-D79C-48F0-AF78-207DF3E1D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Flexbox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41732-9437-4665-AF25-E0B10758F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 lot of flexibility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Arrange items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Spacing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Alignment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Order of items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Bootstrap is built on top of the flex layout</a:t>
            </a:r>
          </a:p>
        </p:txBody>
      </p:sp>
    </p:spTree>
    <p:extLst>
      <p:ext uri="{BB962C8B-B14F-4D97-AF65-F5344CB8AC3E}">
        <p14:creationId xmlns:p14="http://schemas.microsoft.com/office/powerpoint/2010/main" val="1984735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9C639-5EC8-4D86-9F1A-17C9D28F2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FC769-3D8B-41B2-890A-4D015D967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 container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 items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8BA39C-087F-6579-F435-7DFDBAC635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0" y="2265997"/>
            <a:ext cx="3520745" cy="13945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4E465C-AA8F-865D-3398-7C9A9236DF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6911" y="4080841"/>
            <a:ext cx="3939881" cy="176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946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F3E3C-1E8B-4587-A9B6-B59D158F7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Flexbox Axes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B22F1-6C0F-42B1-81EC-822F1CBAB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Main axis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Cross axis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60D543-9A92-4E71-B9FB-9353A27C5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" y="2743200"/>
            <a:ext cx="9997440" cy="349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228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71BF2-F31C-4EAA-94B9-A30B2D841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 Container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6B8A8-C96B-4F88-975B-47CCC17AE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Display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Flex-direction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Flex-wrap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Flex-flow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Justify-content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Align-items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Align-content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Gap</a:t>
            </a:r>
          </a:p>
        </p:txBody>
      </p:sp>
    </p:spTree>
    <p:extLst>
      <p:ext uri="{BB962C8B-B14F-4D97-AF65-F5344CB8AC3E}">
        <p14:creationId xmlns:p14="http://schemas.microsoft.com/office/powerpoint/2010/main" val="2048954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D864C-98E5-4D76-BC92-96AC9B208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88CAB-65A6-46DC-A61E-70BF32ACF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either a block level or inline level flex container.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Inline-flex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916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A52AA-08BD-451B-BE02-BDDAC503B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Flex-direction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41833-28EE-43FA-930E-6DF4E340E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Sets the direction of the main axis.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Row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</a:t>
            </a:r>
            <a:r>
              <a:rPr lang="en-US" dirty="0">
                <a:sym typeface="Wingdings" panose="05000000000000000000" pitchFamily="2" charset="2"/>
              </a:rPr>
              <a:t> Default value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Row-reverse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Column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Column-reverse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2B0C38-23B5-6E5F-7520-EBB1E5C39A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9373" y="2407850"/>
            <a:ext cx="5406307" cy="2549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755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9C04C-CB64-4EFF-8F9C-38161E0C1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Flex-wrap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0D676-FE2B-4825-AF73-82629402B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Control the wrapping of flex items within the container.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/>
              <a:t>Nowrap</a:t>
            </a:r>
            <a:r>
              <a:rPr lang="en-US" dirty="0"/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</a:t>
            </a:r>
            <a:r>
              <a:rPr lang="en-US" dirty="0">
                <a:sym typeface="Wingdings" panose="05000000000000000000" pitchFamily="2" charset="2"/>
              </a:rPr>
              <a:t> Default value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Wrap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Wrap-reverse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</a:t>
            </a:r>
            <a:r>
              <a:rPr lang="en-US" dirty="0">
                <a:sym typeface="Wingdings" panose="05000000000000000000" pitchFamily="2" charset="2"/>
              </a:rPr>
              <a:t> push the last item above instead of below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5C2E7B-08D7-5370-D39C-D2A93F2DD8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5831" y="3667043"/>
            <a:ext cx="4710558" cy="2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750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46581-FCFD-4CE0-82B3-04EB0A0C0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Flex-flow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A8EFC-B204-46F8-BECF-32A22480A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Shorthand for flex-direction and flex-wrap.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Flex-flow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: </a:t>
            </a:r>
            <a:r>
              <a:rPr lang="en-US" dirty="0"/>
              <a:t>&lt;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flex-direction</a:t>
            </a:r>
            <a:r>
              <a:rPr lang="en-US" dirty="0"/>
              <a:t>&gt; &lt;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flex-wrap</a:t>
            </a:r>
            <a:r>
              <a:rPr lang="en-US" dirty="0"/>
              <a:t>&gt;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</a:t>
            </a:r>
            <a:r>
              <a:rPr lang="en-US" dirty="0">
                <a:sym typeface="Wingdings" panose="05000000000000000000" pitchFamily="2" charset="2"/>
              </a:rPr>
              <a:t> the Default is row </a:t>
            </a:r>
            <a:r>
              <a:rPr lang="en-US" dirty="0" err="1">
                <a:sym typeface="Wingdings" panose="05000000000000000000" pitchFamily="2" charset="2"/>
              </a:rPr>
              <a:t>nowrap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705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730C8-F1BC-4098-9EF5-839E90C14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Justify-content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A77EE-AEE5-4886-B1E8-AED050687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Align items and distribute any extra spacing in the parent container.</a:t>
            </a:r>
          </a:p>
          <a:p>
            <a:r>
              <a:rPr lang="en-US" dirty="0"/>
              <a:t>The alignment is always along the main axis.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Flex-start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</a:t>
            </a:r>
            <a:r>
              <a:rPr lang="en-US" dirty="0">
                <a:sym typeface="Wingdings" panose="05000000000000000000" pitchFamily="2" charset="2"/>
              </a:rPr>
              <a:t> Default value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Flex-end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Center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Space-between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Space-around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Space-evenly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2030F5-57B8-A311-AEE4-71ACFB44B0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2463" y="2115785"/>
            <a:ext cx="2883217" cy="3861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948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5498B-CE1C-4C40-872C-FF76EBDAF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Align-Items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16260-046E-4989-9483-1CD02E76B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Align items along the cross axis.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Flex-start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Flex-end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Center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Baseline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Stretch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</a:t>
            </a:r>
            <a:r>
              <a:rPr lang="en-US" dirty="0">
                <a:sym typeface="Wingdings" panose="05000000000000000000" pitchFamily="2" charset="2"/>
              </a:rPr>
              <a:t> Default value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0CE1BE-2AA0-E551-FD7A-5CADADCCF6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4935" y="1845734"/>
            <a:ext cx="3520745" cy="440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6663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F302E-336F-4164-9B2A-E695E50CE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Align-Content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21063-B47F-4A39-A596-C3D25D827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Aligns lines of content along the cross axis and distribute any extra spacing in the parent container 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Flex-start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Flex-end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Center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Space-between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Space-around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Stretch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</a:t>
            </a:r>
            <a:r>
              <a:rPr lang="en-US" dirty="0">
                <a:sym typeface="Wingdings" panose="05000000000000000000" pitchFamily="2" charset="2"/>
              </a:rPr>
              <a:t> Default value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F6DB17-1A82-BCB6-BDE2-016434E988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532" y="2274359"/>
            <a:ext cx="2869148" cy="389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229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E2847-EAEC-C9FF-6163-541881BB4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7FC5D-13C3-EB9F-2ED8-F4F0C94FE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gap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:</a:t>
            </a:r>
            <a:r>
              <a:rPr lang="en-US" dirty="0"/>
              <a:t> row column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8CBDDF-DD2D-C70F-8988-3909B6A4A8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9099" y="1930897"/>
            <a:ext cx="5746581" cy="4046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612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1749F-7F26-4937-8005-882185C40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 Items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5B3A9-9B5A-4EA7-962E-E3FBDD4EC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Order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Flex-grow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Flex-shrink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Flex-basis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Align-self</a:t>
            </a:r>
          </a:p>
        </p:txBody>
      </p:sp>
    </p:spTree>
    <p:extLst>
      <p:ext uri="{BB962C8B-B14F-4D97-AF65-F5344CB8AC3E}">
        <p14:creationId xmlns:p14="http://schemas.microsoft.com/office/powerpoint/2010/main" val="35887062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8204A-8239-42DE-B9E9-51B552B8C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605D7-0690-40E4-A0FB-635D107A9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Control the order of items in the flex container .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Zero</a:t>
            </a:r>
            <a:r>
              <a:rPr lang="en-US" dirty="0"/>
              <a:t> is the default value 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5012BC-708F-8F3C-F145-A3472E4027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010" y="2066648"/>
            <a:ext cx="4136670" cy="358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6083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E9E3B-A591-4388-9C16-9D05FE701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Flex-Grow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A948E-E4A7-45F6-92B7-4414BC628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Dictates what amount of the available space inside the flex container the items should take up.</a:t>
            </a:r>
          </a:p>
          <a:p>
            <a:r>
              <a:rPr lang="en-US" dirty="0"/>
              <a:t>Relative to other items in the container.</a:t>
            </a:r>
          </a:p>
          <a:p>
            <a:r>
              <a:rPr lang="en-US" dirty="0"/>
              <a:t>Default value is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zero</a:t>
            </a:r>
            <a:r>
              <a:rPr lang="en-US" dirty="0"/>
              <a:t> 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436D14-BEE2-0A3E-65AE-8C02C98276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1534" y="2909821"/>
            <a:ext cx="5674146" cy="2505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6852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25CA7-9585-421D-B384-B39352FE4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Flex-Shrink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D7FDE-B359-48B7-BEBC-57E24FA7A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Dictates the shrink factor of the flex items when the default size of flex items is larger than the flex container .</a:t>
            </a:r>
          </a:p>
          <a:p>
            <a:r>
              <a:rPr lang="en-US" dirty="0"/>
              <a:t>Relative to other items in the container in case of increasing shrink .</a:t>
            </a:r>
          </a:p>
          <a:p>
            <a:r>
              <a:rPr lang="en-US" dirty="0"/>
              <a:t>Default value is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1</a:t>
            </a:r>
            <a:r>
              <a:rPr lang="en-US" dirty="0"/>
              <a:t> .</a:t>
            </a:r>
          </a:p>
        </p:txBody>
      </p:sp>
    </p:spTree>
    <p:extLst>
      <p:ext uri="{BB962C8B-B14F-4D97-AF65-F5344CB8AC3E}">
        <p14:creationId xmlns:p14="http://schemas.microsoft.com/office/powerpoint/2010/main" val="5055084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9F491-788F-4B38-B94E-DC0F4F1C7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Flex-Basis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96F96-022E-45DB-B189-CBCB1A21D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 the initial size of flex items.</a:t>
            </a:r>
          </a:p>
          <a:p>
            <a:r>
              <a:rPr lang="en-US" dirty="0"/>
              <a:t>It accepts pixels , percentages or relative units .</a:t>
            </a:r>
          </a:p>
        </p:txBody>
      </p:sp>
    </p:spTree>
    <p:extLst>
      <p:ext uri="{BB962C8B-B14F-4D97-AF65-F5344CB8AC3E}">
        <p14:creationId xmlns:p14="http://schemas.microsoft.com/office/powerpoint/2010/main" val="2166369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0A799-C7FF-44EA-BFE0-322EB818B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B99D7-ABD4-484B-A597-F89581451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Shorthand for flex-grow , flex-shrink and flex-basis .</a:t>
            </a:r>
          </a:p>
          <a:p>
            <a:r>
              <a:rPr lang="en-US" dirty="0"/>
              <a:t>Flex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:</a:t>
            </a:r>
            <a:r>
              <a:rPr lang="en-US" dirty="0"/>
              <a:t> &lt;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flex-grow</a:t>
            </a:r>
            <a:r>
              <a:rPr lang="en-US" dirty="0"/>
              <a:t>&gt; &lt;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flex-shrink</a:t>
            </a:r>
            <a:r>
              <a:rPr lang="en-US" dirty="0"/>
              <a:t>&gt; &lt;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flex-basis</a:t>
            </a:r>
            <a:r>
              <a:rPr lang="en-US" dirty="0"/>
              <a:t>&gt; </a:t>
            </a:r>
          </a:p>
        </p:txBody>
      </p:sp>
    </p:spTree>
    <p:extLst>
      <p:ext uri="{BB962C8B-B14F-4D97-AF65-F5344CB8AC3E}">
        <p14:creationId xmlns:p14="http://schemas.microsoft.com/office/powerpoint/2010/main" val="31152724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3CD4B-C0FA-495C-BF48-4A147F1AE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Align-Self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4F302-73B6-4474-8A87-2614C7BD3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Align items individually .</a:t>
            </a:r>
          </a:p>
          <a:p>
            <a:r>
              <a:rPr lang="en-US" dirty="0"/>
              <a:t>Overrides the align-items value of the flex container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Auto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Flex-start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Flex-end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Center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Stretch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0031D2-660B-2B00-2AB1-E10EAE104A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648" y="2834347"/>
            <a:ext cx="4863032" cy="262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1842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995</TotalTime>
  <Words>387</Words>
  <Application>Microsoft Office PowerPoint</Application>
  <PresentationFormat>Widescreen</PresentationFormat>
  <Paragraphs>114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Calibri</vt:lpstr>
      <vt:lpstr>Calibri Light</vt:lpstr>
      <vt:lpstr>Wingdings</vt:lpstr>
      <vt:lpstr>Retrospect</vt:lpstr>
      <vt:lpstr>RWD Fundamentals</vt:lpstr>
      <vt:lpstr>Flexbox</vt:lpstr>
      <vt:lpstr>Flexbox</vt:lpstr>
      <vt:lpstr>Why Flexbox ?</vt:lpstr>
      <vt:lpstr>Terminology</vt:lpstr>
      <vt:lpstr>Flexbox Axes</vt:lpstr>
      <vt:lpstr>Flex Container Properties</vt:lpstr>
      <vt:lpstr>Display</vt:lpstr>
      <vt:lpstr>Flex-direction</vt:lpstr>
      <vt:lpstr>Flex-wrap</vt:lpstr>
      <vt:lpstr>Flex-flow</vt:lpstr>
      <vt:lpstr>Justify-content</vt:lpstr>
      <vt:lpstr>Align-Items</vt:lpstr>
      <vt:lpstr>Align-Content</vt:lpstr>
      <vt:lpstr>Gap</vt:lpstr>
      <vt:lpstr>Flex Items Properties</vt:lpstr>
      <vt:lpstr>Order </vt:lpstr>
      <vt:lpstr>Flex-Grow</vt:lpstr>
      <vt:lpstr>Flex-Shrink</vt:lpstr>
      <vt:lpstr>Flex-Basis</vt:lpstr>
      <vt:lpstr>Flex</vt:lpstr>
      <vt:lpstr>Align-Self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Flexbox</dc:title>
  <dc:creator>Hp</dc:creator>
  <cp:lastModifiedBy>Abd Allah Mohamed Elmetwaly Hussien Mostafa</cp:lastModifiedBy>
  <cp:revision>15</cp:revision>
  <dcterms:created xsi:type="dcterms:W3CDTF">2022-04-25T07:27:39Z</dcterms:created>
  <dcterms:modified xsi:type="dcterms:W3CDTF">2026-05-02T22:07:58Z</dcterms:modified>
</cp:coreProperties>
</file>