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C877-9ED4-45D3-A822-AF3E0AE45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9E97B-ABBB-4804-B90A-09B04094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7BC44-92F8-446D-A662-26759F75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091F4-56E2-4341-9AFA-9D569442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7E866-1A09-4799-AC89-C6C10163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1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B19D-A443-414C-8BA7-B77D4CA4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39456-93CE-4DF3-825D-D5B6847A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C099F-8971-46C9-A8DC-0B7E92BE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A130-BF8D-49D6-B25A-2F3BF787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52777-1618-4A9F-829F-084D9933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3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B691-127E-4E60-9EFE-B759EB43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D7885-25A1-4191-BEBF-FB7441DEE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120C7-D7AE-4F6E-B9D0-34F7DEA9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01C2-4DB6-4374-B2A0-242FA9C8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75017-37AF-4B3C-884B-18187740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E978-A631-43B9-8F51-7449F4EE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8F36F-8607-4A25-8012-55E7BB8D4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E52C3-B6DC-4A2F-8CBF-DE597DA3A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A9949-CDCE-407F-B24D-BC9B136B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5E8A9-EA40-4F6D-B5F8-C9F1B2E4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7ED98-119C-4353-9E79-DC57C8F1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4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C1BD-4615-48AA-80BD-8D61F46E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587BE-F10B-4ADD-A334-2D5AD9C9B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63BD0-D745-4AA0-A09A-182701B7F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ED6EB-38FD-4D39-BF47-E2976F7EB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11842-3954-419B-931F-FD0A6F2A9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FAB54-0314-4A9E-9A17-D305DFCE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47950-975E-4341-BEAF-0F95EA1B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8BD50-2672-4F40-83D7-08AA0113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6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74C9-784B-4BEA-B636-FF2EA3B6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9680E-0B36-4C21-B886-EE9FB690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3A70A-A696-4246-8561-8506AD51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BA94F-4647-4A57-AADB-B6558434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0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4AA17-79CB-44F7-944F-EBD4FC14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90CD5-0470-4770-B4FF-F5BF9256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7DAA2-0868-47CD-8E1F-50FDDCCB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6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87E0-845D-4FA8-A609-6D67E3B1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BD09-ED5A-4A99-A018-156C43C3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4D54D-5760-4312-A6B4-DAA0130C2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3FA18-41D0-41CB-BCEF-C77B21F7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5BB2E-9202-4A51-96A3-59A7A2C1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9187E-5B0B-4630-99C2-32D547F1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8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43CB-0263-4C9C-A5A5-2F40B29A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3732C-EBD4-47DE-BE7E-53CE2E53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4A3A5-D06A-4615-8F50-FDDC689D2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375B1-FAEC-4F1E-91D2-33905FB9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C222C-1F91-4F16-9494-2CBB691C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80CA5-6BEA-44B1-B0FE-A9D32807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6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2FD3-0D5B-4E9B-BF70-A0343070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C29D0-DBD7-441F-B8A7-5F9920F08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F91A-EBE1-4D4C-8A5B-4EF588D0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89354-A66E-43FD-BB0B-1C656E53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9B37-A4A2-40AE-8FE6-9F1A5F8F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B7027-09F3-4FF2-AC05-048249EC2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EE291-24F3-4DE8-A3EF-9D259579A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5F0B-D7FD-482C-A8DF-BE203F77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A3FC9-56E9-4008-81BC-170989E3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DAA05-26C3-42D3-B564-5D6878DC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B0134-8512-4373-BB2F-802CF1EE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67D57-3804-4E70-85D6-AA681234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5D79-8AAB-419B-B8FC-73289E3E5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9B796-8082-456B-9F99-463C93AE7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E8B0A-5660-491F-993C-A5DF51E66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2116-B485-4523-B1C0-945147C48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8926D-6FD8-468A-B056-CACEE891A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8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0A85-B2A7-47CF-8CDA-6DC39299D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00FC6-7F63-44C3-93ED-5F3FBC5CF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45B60-09D9-4E4F-98E4-C0D8A2202B31}"/>
              </a:ext>
            </a:extLst>
          </p:cNvPr>
          <p:cNvSpPr/>
          <p:nvPr/>
        </p:nvSpPr>
        <p:spPr>
          <a:xfrm>
            <a:off x="355076" y="169682"/>
            <a:ext cx="11481847" cy="61745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BED24-964E-47D5-B023-C0AA7E6E89D6}"/>
              </a:ext>
            </a:extLst>
          </p:cNvPr>
          <p:cNvSpPr/>
          <p:nvPr/>
        </p:nvSpPr>
        <p:spPr>
          <a:xfrm>
            <a:off x="1008668" y="527901"/>
            <a:ext cx="2667786" cy="29010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Js Engine </a:t>
            </a:r>
          </a:p>
          <a:p>
            <a:pPr algn="ctr"/>
            <a:r>
              <a:rPr lang="en-US" dirty="0"/>
              <a:t>Syntax Error </a:t>
            </a:r>
          </a:p>
          <a:p>
            <a:pPr algn="ctr"/>
            <a:r>
              <a:rPr lang="en-US" dirty="0"/>
              <a:t>Interpreter </a:t>
            </a:r>
          </a:p>
          <a:p>
            <a:pPr algn="ctr"/>
            <a:r>
              <a:rPr lang="en-US" dirty="0"/>
              <a:t>Parser </a:t>
            </a:r>
          </a:p>
          <a:p>
            <a:pPr algn="ctr"/>
            <a:r>
              <a:rPr lang="en-US" dirty="0"/>
              <a:t>Complier </a:t>
            </a:r>
          </a:p>
          <a:p>
            <a:pPr algn="ctr"/>
            <a:r>
              <a:rPr lang="en-US" dirty="0"/>
              <a:t>Memory management </a:t>
            </a:r>
          </a:p>
          <a:p>
            <a:pPr algn="ctr"/>
            <a:r>
              <a:rPr lang="en-US" dirty="0"/>
              <a:t>Tokens </a:t>
            </a:r>
          </a:p>
          <a:p>
            <a:pPr algn="ctr"/>
            <a:r>
              <a:rPr lang="en-US" dirty="0"/>
              <a:t>Let , var , const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5F4EF7-2D4D-4EC6-846C-0A91B53FD33A}"/>
              </a:ext>
            </a:extLst>
          </p:cNvPr>
          <p:cNvSpPr/>
          <p:nvPr/>
        </p:nvSpPr>
        <p:spPr>
          <a:xfrm>
            <a:off x="7814820" y="716438"/>
            <a:ext cx="3685881" cy="28129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API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Console</a:t>
            </a: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Xmlhttprequest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setTimeout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Promise 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CB0FD-D39B-4EB6-8315-58291CA817FF}"/>
              </a:ext>
            </a:extLst>
          </p:cNvPr>
          <p:cNvSpPr/>
          <p:nvPr/>
        </p:nvSpPr>
        <p:spPr>
          <a:xfrm>
            <a:off x="5599522" y="4157221"/>
            <a:ext cx="5806911" cy="688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Callback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8088E-0C4A-4E33-9BC6-2343E19EEE8F}"/>
              </a:ext>
            </a:extLst>
          </p:cNvPr>
          <p:cNvSpPr/>
          <p:nvPr/>
        </p:nvSpPr>
        <p:spPr>
          <a:xfrm>
            <a:off x="5599522" y="5257800"/>
            <a:ext cx="5806911" cy="5551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Microtask queue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F5C81F-B9C3-4095-BB94-F7F860CAEF9B}"/>
              </a:ext>
            </a:extLst>
          </p:cNvPr>
          <p:cNvSpPr/>
          <p:nvPr/>
        </p:nvSpPr>
        <p:spPr>
          <a:xfrm>
            <a:off x="1753386" y="3915888"/>
            <a:ext cx="1970202" cy="199848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Loop</a:t>
            </a:r>
          </a:p>
        </p:txBody>
      </p:sp>
    </p:spTree>
    <p:extLst>
      <p:ext uri="{BB962C8B-B14F-4D97-AF65-F5344CB8AC3E}">
        <p14:creationId xmlns:p14="http://schemas.microsoft.com/office/powerpoint/2010/main" val="304668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0A85-B2A7-47CF-8CDA-6DC39299D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00FC6-7F63-44C3-93ED-5F3FBC5CF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45B60-09D9-4E4F-98E4-C0D8A2202B31}"/>
              </a:ext>
            </a:extLst>
          </p:cNvPr>
          <p:cNvSpPr/>
          <p:nvPr/>
        </p:nvSpPr>
        <p:spPr>
          <a:xfrm>
            <a:off x="355076" y="169682"/>
            <a:ext cx="11481847" cy="61745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BED24-964E-47D5-B023-C0AA7E6E89D6}"/>
              </a:ext>
            </a:extLst>
          </p:cNvPr>
          <p:cNvSpPr/>
          <p:nvPr/>
        </p:nvSpPr>
        <p:spPr>
          <a:xfrm>
            <a:off x="1008668" y="527901"/>
            <a:ext cx="2667786" cy="29010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Js Engine 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5F4EF7-2D4D-4EC6-846C-0A91B53FD33A}"/>
              </a:ext>
            </a:extLst>
          </p:cNvPr>
          <p:cNvSpPr/>
          <p:nvPr/>
        </p:nvSpPr>
        <p:spPr>
          <a:xfrm>
            <a:off x="7814820" y="716438"/>
            <a:ext cx="3685881" cy="28129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API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Console</a:t>
            </a: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Xmlhttprequest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setTimeout</a:t>
            </a:r>
            <a:r>
              <a:rPr lang="en-US" b="1" dirty="0">
                <a:solidFill>
                  <a:schemeClr val="tx1"/>
                </a:solidFill>
              </a:rPr>
              <a:t> 3000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Promise 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CB0FD-D39B-4EB6-8315-58291CA817FF}"/>
              </a:ext>
            </a:extLst>
          </p:cNvPr>
          <p:cNvSpPr/>
          <p:nvPr/>
        </p:nvSpPr>
        <p:spPr>
          <a:xfrm>
            <a:off x="5599522" y="4157221"/>
            <a:ext cx="5806911" cy="6881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Settimeout</a:t>
            </a:r>
            <a:r>
              <a:rPr lang="en-US" dirty="0">
                <a:solidFill>
                  <a:schemeClr val="tx1"/>
                </a:solidFill>
              </a:rPr>
              <a:t> 1      sto2</a:t>
            </a:r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8088E-0C4A-4E33-9BC6-2343E19EEE8F}"/>
              </a:ext>
            </a:extLst>
          </p:cNvPr>
          <p:cNvSpPr/>
          <p:nvPr/>
        </p:nvSpPr>
        <p:spPr>
          <a:xfrm>
            <a:off x="5599522" y="5257800"/>
            <a:ext cx="5806911" cy="5551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Promises   Events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F5C81F-B9C3-4095-BB94-F7F860CAEF9B}"/>
              </a:ext>
            </a:extLst>
          </p:cNvPr>
          <p:cNvSpPr/>
          <p:nvPr/>
        </p:nvSpPr>
        <p:spPr>
          <a:xfrm>
            <a:off x="1753386" y="3915888"/>
            <a:ext cx="1970202" cy="199848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 Loop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ED0894-D30B-4493-AD3C-4C337BC71F08}"/>
              </a:ext>
            </a:extLst>
          </p:cNvPr>
          <p:cNvSpPr/>
          <p:nvPr/>
        </p:nvSpPr>
        <p:spPr>
          <a:xfrm>
            <a:off x="1421876" y="1520489"/>
            <a:ext cx="1841369" cy="1692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 </a:t>
            </a:r>
          </a:p>
          <a:p>
            <a:pPr algn="ctr"/>
            <a:r>
              <a:rPr lang="en-US" dirty="0"/>
              <a:t>Run for loop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B1E37-A6B8-4109-B2EA-79556C3E2892}"/>
              </a:ext>
            </a:extLst>
          </p:cNvPr>
          <p:cNvSpPr/>
          <p:nvPr/>
        </p:nvSpPr>
        <p:spPr>
          <a:xfrm>
            <a:off x="4675695" y="377072"/>
            <a:ext cx="2168165" cy="30519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 console.log("script </a:t>
            </a:r>
            <a:r>
              <a:rPr lang="en-US" sz="1600" dirty="0" err="1">
                <a:solidFill>
                  <a:schemeClr val="tx1"/>
                </a:solidFill>
              </a:rPr>
              <a:t>Strats</a:t>
            </a:r>
            <a:r>
              <a:rPr lang="en-US" sz="1600" dirty="0">
                <a:solidFill>
                  <a:schemeClr val="tx1"/>
                </a:solidFill>
              </a:rPr>
              <a:t> ")</a:t>
            </a:r>
          </a:p>
          <a:p>
            <a:r>
              <a:rPr lang="en-US" sz="1600" dirty="0">
                <a:solidFill>
                  <a:schemeClr val="tx1"/>
                </a:solidFill>
              </a:rPr>
              <a:t>        //  </a:t>
            </a:r>
            <a:r>
              <a:rPr lang="en-US" sz="1600" dirty="0" err="1">
                <a:solidFill>
                  <a:schemeClr val="tx1"/>
                </a:solidFill>
              </a:rPr>
              <a:t>setTimeout</a:t>
            </a:r>
            <a:r>
              <a:rPr lang="en-US" sz="1600" dirty="0">
                <a:solidFill>
                  <a:schemeClr val="tx1"/>
                </a:solidFill>
              </a:rPr>
              <a:t>(()=&gt;{</a:t>
            </a:r>
          </a:p>
          <a:p>
            <a:r>
              <a:rPr lang="en-US" sz="1600" dirty="0">
                <a:solidFill>
                  <a:schemeClr val="tx1"/>
                </a:solidFill>
              </a:rPr>
              <a:t>        //      console.log("fetch Data from Server")</a:t>
            </a:r>
          </a:p>
          <a:p>
            <a:r>
              <a:rPr lang="en-US" sz="1600" dirty="0">
                <a:solidFill>
                  <a:schemeClr val="tx1"/>
                </a:solidFill>
              </a:rPr>
              <a:t>        //  },3000)</a:t>
            </a:r>
          </a:p>
          <a:p>
            <a:r>
              <a:rPr lang="en-US" sz="1600" dirty="0">
                <a:solidFill>
                  <a:schemeClr val="tx1"/>
                </a:solidFill>
              </a:rPr>
              <a:t>        // console.log("script End ......")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24B83F8-8D65-4774-B865-74E757219AAD}"/>
              </a:ext>
            </a:extLst>
          </p:cNvPr>
          <p:cNvSpPr/>
          <p:nvPr/>
        </p:nvSpPr>
        <p:spPr>
          <a:xfrm>
            <a:off x="4053526" y="4157221"/>
            <a:ext cx="527901" cy="446823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4358D1F-6423-472C-98CE-77E5476449A5}"/>
              </a:ext>
            </a:extLst>
          </p:cNvPr>
          <p:cNvSpPr/>
          <p:nvPr/>
        </p:nvSpPr>
        <p:spPr>
          <a:xfrm>
            <a:off x="4091234" y="5061654"/>
            <a:ext cx="527901" cy="446823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413E375B-F6E8-4AD9-8E0D-50DCDDAAFA86}"/>
              </a:ext>
            </a:extLst>
          </p:cNvPr>
          <p:cNvSpPr/>
          <p:nvPr/>
        </p:nvSpPr>
        <p:spPr>
          <a:xfrm>
            <a:off x="2271860" y="3509963"/>
            <a:ext cx="263950" cy="319808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117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 Allah Mohamed Elmetwaly Hussien Mostafa</dc:creator>
  <cp:lastModifiedBy>Abd Allah Mohamed Elmetwaly Hussien Mostafa</cp:lastModifiedBy>
  <cp:revision>4</cp:revision>
  <dcterms:created xsi:type="dcterms:W3CDTF">2026-05-11T06:53:33Z</dcterms:created>
  <dcterms:modified xsi:type="dcterms:W3CDTF">2026-05-11T07:26:15Z</dcterms:modified>
</cp:coreProperties>
</file>